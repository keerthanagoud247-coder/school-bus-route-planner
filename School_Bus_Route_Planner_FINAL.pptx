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87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HACKATHON  |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Bus Route Planner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pickup routes that respect road distance, bus capacity and student priority.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7680960" cy="1554480"/>
          </a:xfrm>
          <a:prstGeom prst="rect">
            <a:avLst/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017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Shravya Sri (25MVCSMR0710), E.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Gangothri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(25MVCSMR0642)                </a:t>
            </a:r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K. Keerthana (25MVCSMR0648), T. Sai Hansika (25MVCSMR0703)</a:t>
            </a: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&amp; Logistics  /  Smart Education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 •  BFS  •  Greedy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plan bus routes by hand or guesswork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stops, uneven roads, limited seats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 must still reach school on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459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rides: safer, less tiring for children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 and fewer buses needed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pickup for students with higher priority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459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true shortest road distance between stops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exceed bus capacity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distance against pickup priority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unreachable stops early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972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shortest-path distances (Dijkstra) as the cost, then let a priority-aware Greedy rule build capacity-safe routes – and explain every decision.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scored by distance and pickup priority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32888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61488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Capacity-safe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is never overloaded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08576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why each stop was chosen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84264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12864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check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flags isolated stops first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approach: combines three DAA techniques in one pipeline instead of a single shortest-path run.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1737360"/>
          </a:xfrm>
          <a:prstGeom prst="rect">
            <a:avLst/>
          </a:prstGeom>
          <a:solidFill>
            <a:srgbClr val="14213D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Stops, road map, distances, bus capacity, priorities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04288" y="1874520"/>
            <a:ext cx="274320" cy="27432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18872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weighted graph; BFS checks reachability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53128" y="1874520"/>
            <a:ext cx="274320" cy="27432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88720"/>
            <a:ext cx="1828800" cy="1737360"/>
          </a:xfrm>
          <a:prstGeom prst="rect">
            <a:avLst/>
          </a:prstGeom>
          <a:solidFill>
            <a:srgbClr val="14213D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distances + Greedy stop selection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01968" y="1874520"/>
            <a:ext cx="274320" cy="27432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18872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951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 bus, total distance, load, reasons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school &amp; students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0604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capacity &amp; priority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Optimize Route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View routes, export CSV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Algorithm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in browser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62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canvas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Hatchable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optional AI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463040"/>
          <a:ext cx="585216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chosen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road distance between stops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weights are non-negative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Reachability &amp; minimum-hop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flags unreachable stops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next stop by distance + priority within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Quick, explainable choices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Impact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200" dirty="0"/>
          </a:p>
        </p:txBody>
      </p:sp>
      <p:pic>
        <p:nvPicPr>
          <p:cNvPr id="6" name="Image 0" descr="/home/claude/app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937760" cy="2487168"/>
          </a:xfrm>
          <a:prstGeom prst="rect">
            <a:avLst/>
          </a:prstGeom>
        </p:spPr>
      </p:pic>
      <p:pic>
        <p:nvPicPr>
          <p:cNvPr id="7" name="Image 1" descr="/home/claude/app_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493776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1097280"/>
            <a:ext cx="3108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577840" y="1097280"/>
            <a:ext cx="73152" cy="173736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06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6002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Loop: 22 students, 6 stops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min, safety buffer 11 min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Loop: 21 students, 7 stops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min, safety buffer 12 min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77840" y="2971800"/>
            <a:ext cx="3108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577840" y="2971800"/>
            <a:ext cx="73152" cy="14630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064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3474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buses for 84 students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route 31 min, buffer 12 min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 over capacity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plan as CSV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22402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+ BFS + Greedy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route canvas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insight + CSV export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73152" cy="22402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45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maps &amp; live traffic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parent alerts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dashboard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73152" cy="22402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45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Dijkstra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distance matrix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web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566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shorter, fairer school commutes through smart algorithms.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 &amp; A</a:t>
            </a:r>
            <a:endParaRPr lang="en-US" sz="1400" dirty="0"/>
          </a:p>
        </p:txBody>
      </p:sp>
      <p:pic>
        <p:nvPicPr>
          <p:cNvPr id="20" name="Image 0" descr="/home/claude/b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57600"/>
            <a:ext cx="201168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510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Bus Route Planner</dc:title>
  <dc:subject>PptxGenJS Presentation</dc:subject>
  <dc:creator>PptxGenJS</dc:creator>
  <cp:lastModifiedBy>Abhiram Thanniru</cp:lastModifiedBy>
  <cp:revision>4</cp:revision>
  <dcterms:created xsi:type="dcterms:W3CDTF">2026-10-03T06:51:51Z</dcterms:created>
  <dcterms:modified xsi:type="dcterms:W3CDTF">2026-10-03T08:34:39Z</dcterms:modified>
</cp:coreProperties>
</file>